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Healthcare Provider Fraud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Introduction.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Data Description.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Feature Engineering.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Modeling Approach.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Evaluation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Threshold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Threshold Tuning.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Error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points and summary of Conclusion &amp; Recommendations.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